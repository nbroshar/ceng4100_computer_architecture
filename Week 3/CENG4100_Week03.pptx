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E7B8C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CENG 4100 · COMPUTER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3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592928" y="3611880"/>
            <a:ext cx="1005840" cy="27432"/>
          </a:xfrm>
          <a:prstGeom prst="rect">
            <a:avLst/>
          </a:prstGeom>
          <a:solidFill>
            <a:srgbClr val="E7B8C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947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an Instruction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B8C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Phase 1 — The ISA · Milestone M1 begins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400" kern="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Know the Datapath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Before you edit a processor you must be able to trace it. This week is a logic refresher plus a full tour of the single-cycle datapath and control you're about to change.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Concept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Digital-logic refresher, RISC-V instruction formats, and the single-cycle datapath + control.</a:t>
            </a:r>
            <a:endParaRPr lang="en-US" sz="1450" dirty="0"/>
          </a:p>
          <a:p>
            <a:pPr algn="l" indent="0" marL="0">
              <a:lnSpc>
                <a:spcPct val="102000"/>
              </a:lnSpc>
              <a:buNone/>
            </a:pPr>
            <a:endParaRPr lang="en-US" sz="14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Read: SCO 3.1–3.3; COD App. A; COD 4.1–4.4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4314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4314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4545482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Lab · M1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5482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Study the datapath and control you'll edit. Trace one instruction end to end and mark exactly where a new one would plug in.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21701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21701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8322869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Deliverable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2869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 annotated datapath diagram + a list of edit points for your assigned instruction. Reading response #3.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This week you don't build — you map. Next week you start cutting.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We Are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Baseline Locked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Phase 0 is done: a measured, understood core. Phase 1 begins — you'll add one instruction two ways, first in microcode, then in hardware.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6282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6282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DONE · P0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Core runs on the board; baseline cycles, Fmax, and utilization recorded.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9996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586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586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TODAY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Study the single-cycle datapath and control; refresh your logic.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300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890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90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NEXT · W4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the instruction the CISC way — Mic-1 microcode.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66047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61943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61943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THEN · W5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it the RISC way — real hardware in the core.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Milestone M1 spans three weeks: understand it, microcode it, then build it in hardware.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Logic Refresher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Building Blocks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datapath is made of four kinds of block. If these feel rusty, review COD Appendix A before the lab.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Gates &amp; Mux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AND / OR / XOR / NOT and the multiplexer — the mux is how the datapath 'chooses' a source each cycle.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9996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996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360113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Adder / ALU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0113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Ripple-carry adder, then a full ALU: add, subtract, AND, OR, shifts, and set-less-than.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3300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300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3417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Registers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3417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Edge-triggered flip-flops. The PC and the 32×32 register file are just banks of these.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66047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66047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9267215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FSMs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67215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State + next-state logic. Control is a (tiny) FSM; multicycle machines are bigger ones.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Combinational logic computes; sequential logic remembers. A datapath is both, wired together.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Comb. vs Seq.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 Kinds of always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 Verilog, the block style encodes the timing. Get this right and the synthesizer builds what you meant.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576072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63500" dist="25400" dir="5400000">
              <a:srgbClr val="BFBFBF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84248"/>
            <a:ext cx="5760720" cy="31089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09854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842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styles.v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38658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386584"/>
            <a:ext cx="51755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combinational: no 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60146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601468"/>
            <a:ext cx="51755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@(*)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81635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816352"/>
            <a:ext cx="51755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algn="l" indent="0" marL="0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mux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303123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3031236"/>
            <a:ext cx="51755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24612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246120"/>
            <a:ext cx="51755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sequential: edge-triggered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46100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461004"/>
            <a:ext cx="51755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@(</a:t>
            </a:r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posedge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67588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675888"/>
            <a:ext cx="51755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89077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890772"/>
            <a:ext cx="51755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algn="l" indent="0" marL="0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register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1865376"/>
            <a:ext cx="5084064" cy="1481328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6" name="Shape 24"/>
          <p:cNvSpPr/>
          <p:nvPr/>
        </p:nvSpPr>
        <p:spPr>
          <a:xfrm>
            <a:off x="6537960" y="1865376"/>
            <a:ext cx="5084064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7" name="Text 25"/>
          <p:cNvSpPr/>
          <p:nvPr/>
        </p:nvSpPr>
        <p:spPr>
          <a:xfrm>
            <a:off x="6739128" y="2066544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COMBINATIONAL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57416" y="26151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Output follows input, no clock — use always @(*)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Blocking =. Builds muxes, ALUs, decoders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537960" y="3474720"/>
            <a:ext cx="5084064" cy="1481328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3474720"/>
            <a:ext cx="5084064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6739128" y="36758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SEQUENTIAL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57416" y="42245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Updates on the clock edge — always @(posedge clk)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Non-blocking &lt;=. Builds PC, regfile, pipeline regs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Combinational = ; sequential &lt;=. Mixing them is the #1 source of surprise synthesis bugs.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RISC-V Formats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Six Shapes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RV32I instruction is 32 bits in one of six formats. The format decides which fields the decoder pulls 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533546" cy="14173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92808"/>
            <a:ext cx="353354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12264"/>
            <a:ext cx="3131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R-type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313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reg-reg: add, sub, and. funct7 · rs2 · rs1 · funct3 · rd.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29074" y="1892808"/>
            <a:ext cx="3533546" cy="14173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9074" y="1892808"/>
            <a:ext cx="353354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4530242" y="2112264"/>
            <a:ext cx="3131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I-type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30242" y="2788920"/>
            <a:ext cx="313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imm &amp; loads: addi, lw, jalr. 12-bit signed immediate.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91221" y="1892808"/>
            <a:ext cx="3533546" cy="14173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1221" y="1892808"/>
            <a:ext cx="353354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8292389" y="2112264"/>
            <a:ext cx="3131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S-type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92389" y="2788920"/>
            <a:ext cx="313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stores: sw. Immediate split across two fields.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3447288"/>
            <a:ext cx="3533546" cy="14173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447288"/>
            <a:ext cx="353354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666744"/>
            <a:ext cx="3131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B-type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68096" y="4343400"/>
            <a:ext cx="313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branches: beq, bne. 13-bit imm, low bit implied 0.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329074" y="3447288"/>
            <a:ext cx="3533546" cy="14173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29074" y="3447288"/>
            <a:ext cx="353354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3" name="Text 21"/>
          <p:cNvSpPr/>
          <p:nvPr/>
        </p:nvSpPr>
        <p:spPr>
          <a:xfrm>
            <a:off x="4530242" y="3666744"/>
            <a:ext cx="3131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U-type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30242" y="4343400"/>
            <a:ext cx="313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upper imm: lui, auipc. 20-bit imm into the high bits.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091221" y="3447288"/>
            <a:ext cx="3533546" cy="14173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1221" y="3447288"/>
            <a:ext cx="353354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7" name="Text 25"/>
          <p:cNvSpPr/>
          <p:nvPr/>
        </p:nvSpPr>
        <p:spPr>
          <a:xfrm>
            <a:off x="8292389" y="3666744"/>
            <a:ext cx="3131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J-type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292389" y="4343400"/>
            <a:ext cx="313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jumps: jal. 21-bit signed target offset.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Learn where rd, rs1, rs2, and the immediate live in each — the decoder is just field extraction.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Datapath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One Instruction, One Clock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Follow an add instruction left to right. In a single-cycle machine, all five stages happen within one clock period.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279520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279520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FETCH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PC addresses instruction memory; PC+4 computed for next cycle.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833360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3360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45952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3545952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70520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7952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Fields split out; register file reads rs1, rs2; control decodes opcode.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99792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8" name="Shape 16"/>
          <p:cNvSpPr/>
          <p:nvPr/>
        </p:nvSpPr>
        <p:spPr>
          <a:xfrm>
            <a:off x="5099792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581238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581238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36952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EXECUTE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64384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ALU computes rs1 (op) rs2, or rs1 + immediate.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66224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4" name="Shape 22"/>
          <p:cNvSpPr/>
          <p:nvPr/>
        </p:nvSpPr>
        <p:spPr>
          <a:xfrm>
            <a:off x="7366224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8078815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8078815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503384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MEMORY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30816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Loads/stores access data memory; others pass through.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632655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30" name="Shape 28"/>
          <p:cNvSpPr/>
          <p:nvPr/>
        </p:nvSpPr>
        <p:spPr>
          <a:xfrm>
            <a:off x="9632655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45247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32" name="Text 30"/>
          <p:cNvSpPr/>
          <p:nvPr/>
        </p:nvSpPr>
        <p:spPr>
          <a:xfrm>
            <a:off x="10345247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769815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WRITE-BACK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97247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Result mux picks ALU / memory / PC+4 into rd.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Everything is combinational except the PC and register-file writes. That's why it fits in one cycle.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Control Unit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Opcode → Signals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Control is a lookup: the opcode (and funct fields) map to the mux selects and enables that steer the datapath.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5943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63500" dist="25400" dir="5400000">
              <a:srgbClr val="BFBFBF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92808"/>
            <a:ext cx="5943600" cy="31089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00710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928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control.v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9514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295144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@(*) </a:t>
            </a:r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1002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510028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b0110011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R-type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724912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reg_write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93979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939796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alu_src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rs2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154680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mem_to_reg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6956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369564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58444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584448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b0000011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79933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799332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reg_write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01421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014216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alu_src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422910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4229100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mem_read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444398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4443984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465886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4658868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1892808"/>
            <a:ext cx="4855464" cy="29260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34" name="Shape 32"/>
          <p:cNvSpPr/>
          <p:nvPr/>
        </p:nvSpPr>
        <p:spPr>
          <a:xfrm>
            <a:off x="6766560" y="1892808"/>
            <a:ext cx="4855464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5" name="Text 33"/>
          <p:cNvSpPr/>
          <p:nvPr/>
        </p:nvSpPr>
        <p:spPr>
          <a:xfrm>
            <a:off x="6967728" y="2093976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SIGNALS TO KNOW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86016" y="2642616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reg_write — does the instruction write rd?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alu_src — second ALU input: register or immediate?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mem_read / mem_write — touch data memory?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mem_to_reg — write-back from ALU or memory?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branch — is the PC redirected on a condition?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Adding an instruction = teaching this case statement one new row, and maybe teaching the ALU one new op.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9" name="Text 3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0604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Milestone M1 · Lab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493008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584448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Study the datapath you'll edit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Lab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Trace &amp; Mark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 edits yet — just deep understanding. Trace your assigned instruction and mark every place it will need to touch.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ANCHOR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an add through the datapath; list every signal it sets.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GUIDED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Annotate the datapath diagram: label muxes, control signals, and enables.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For your assigned instruction, identify its format and required control signals.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STRETCH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Sketch the exact RTL edits you'd make — decode, ALU, mux. (Optional.)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Together in class: Anchor + Guided. On your own: Extension + Stretch.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Reading Response #3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 4.1–4.4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Short, specific, in your own words. Post to Canvas before next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DEFINE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Name the five datapath stages and one job each.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is the difference between blocking and non-blocking assignment?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0" name="Shape 8"/>
          <p:cNvSpPr/>
          <p:nvPr/>
        </p:nvSpPr>
        <p:spPr>
          <a:xfrm>
            <a:off x="4344314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4545482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EXPLAIN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3770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Why is the single-cycle clock period set by the SLOWEST instruction?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does the alu_src mux choose between?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1701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1701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8322869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APPLY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1157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Identify the format of your assigned instruction.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List the control signals it must assert.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Tie every answer back to a signal or a stage you could point to in the RTL.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3 Reflection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Design Notebook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Capture your datapath map and edit plan. Notebook + check-ins are 8% of your grade.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25296" y="1856232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 your own words: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why does everything fit in one clock in a single-cycle core?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25296" y="2487168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it: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write the signal path of one instruction from PC to write-back.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15468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25296" y="3118104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Plan the edit: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name the RTL blocks your assigned instruction will change.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25296" y="3749040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question: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which control signal's purpose is still fuzzy? Bring it to office hours.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 week  →  Add it the CISC way: extend the Mic-1 microcode with your instruction.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2026-08-24T21:31:46Z</dcterms:created>
  <dcterms:modified xsi:type="dcterms:W3CDTF">2026-08-24T21:31:46Z</dcterms:modified>
</cp:coreProperties>
</file>