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300" kern="0" dirty="0">
                <a:solidFill>
                  <a:srgbClr val="F0C9D1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COMPUTER ARCHITECTURE  ·  RISC-V: FPGA TO SILICON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3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638648" y="3611880"/>
            <a:ext cx="914400" cy="0"/>
          </a:xfrm>
          <a:prstGeom prst="line">
            <a:avLst/>
          </a:prstGeom>
          <a:noFill/>
          <a:ln w="19050">
            <a:solidFill>
              <a:srgbClr val="F0C9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490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DDE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Sub-Word Memory: Bytes, Halfwords &amp; Lanes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0C9D1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we left off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core extends cleanly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added a custom instruction in five small edits, verified end-to-end by lockstep.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8728" y="141732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16733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But access is coarse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53048" y="225856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core only moves whole 32-bit words — lw and sw. Nothing finer.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9476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507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Real programs need bytes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960" y="463600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Characters, booleans, and packed protocol fields live one byte at a time.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78728" y="379476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8728" y="379476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40507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53048" y="463600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lb / lh / lbu / lhu / sb / sh — the first extension that reshapes the datapath.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Sub-Word Access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Memory is byte-addressable, but the core reads and writes a full word at a time. Characters, flags, and packed fields need finer access.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char is one byte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string is bytes packed four to a word; lw can't pull out a single character.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Writes must be surgical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Setting one byte must not clobber the three sitting beside it in the same word.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Byte-addressable memory, word-sized datapath — sub-word access bridges the two.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SIX INSTRUCTIONS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32120" y="237744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0488" y="230428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lb / lh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load byte / halfword, sign-extended to 32 bits.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32118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2118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488" y="313867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lbu / lhu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load byte / halfword, zero-extended.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404622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0488" y="397306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sb / sh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store the low byte / halfword of a register.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532120" y="488061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48806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480745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lw / sw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word forms you already have.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Same opcodes as lw/sw — funct3 picks the width, so the decoder already routes them.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Three Problems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Three mechanisms, and nothing else, separate lw/sw from the full sub-word set.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2022805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2022805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LANES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addr[1:0] selects which byte or halfword of the 32-bit word is in play.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8218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8218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5812384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581238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75378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9386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loaded byte or half must fill 32 bits — sign- or zero-extended, by funct3.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797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797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96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96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64957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MASK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8965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byte store must merge into the word without disturbing its neighbors.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Lanes, extension, masking — learn these three and you've learned sub-word memory.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Little-Endian Byte Lanes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32-bit word holds four bytes. Little-endian means the lowest address is the least-significant byte.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at base = </a:t>
            </a:r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0x8090A0B0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2328" y="2331720"/>
            <a:ext cx="2514600" cy="15544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2328" y="2331720"/>
            <a:ext cx="25146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792328" y="2514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BYTE 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328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[31:24]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2328" y="3154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2328" y="3995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89808" y="2331720"/>
            <a:ext cx="2514600" cy="15544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89808" y="2331720"/>
            <a:ext cx="25146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3489808" y="2514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BYTE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89808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[23:16]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89808" y="3154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0x90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89808" y="3995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87288" y="2331720"/>
            <a:ext cx="2514600" cy="15544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7288" y="2331720"/>
            <a:ext cx="25146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6187288" y="2514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BYTE 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87288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[15:8]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87288" y="3154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87288" y="3995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884768" y="2331720"/>
            <a:ext cx="2514600" cy="15544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884768" y="2331720"/>
            <a:ext cx="25146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8884768" y="2514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BYTE 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84768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[7:0]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84768" y="3154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0xB0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884768" y="3995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2328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highest address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84768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lowest address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addr[1:0] = 0,1,2,3 selects the byte lane; addr[1] alone selects the halfword.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Load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Extract, then Extend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load reads the whole word, picks the lane with addr[1:0], then extends it to 32 bits by funct3.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29768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29768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TWO STEPS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Extract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Shift the addressed byte or halfword down to bit 0, using addr[1:0].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Extend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Fill the upper bits — copy the sign bit (lb / lh) or pad with zeros (lbu / lhu).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Sign vs zero extension is the whole difference between lb and lbu.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874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WIDTH + EXTENSION BY funct3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331720"/>
          <a:ext cx="6035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55448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funct3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instr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width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extend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lb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byte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sign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lbu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byte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zero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lh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half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sign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lhu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half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zero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word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—</a:t>
                      </a:r>
                      <a:endParaRPr lang="en-US" sz="135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Five forms, one path: extract the lane, then choose how to fill the top bits.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4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Store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Mask, then Merge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word memory can't write a single byte. So a byte store becomes a read-modify-write of the whole word.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READ-MODIFY-WRITE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Fetch the current word at the store address.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Merge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Replace just the target byte or halfword; keep the rest.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818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4672" y="5120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Store the merged word back to memory.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(word &amp; ~mask) | newbyte — the canonical masking idiom.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WORKED: sb INTO LANE 1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532120" y="237744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0488" y="230428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Target lane 1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sb writes byte 1 of the addressed word.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532120" y="32118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32118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90488" y="313867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Build the mask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0x0000FF00 marks the byte to replace.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532120" y="404622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90488" y="397306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Clear + insert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(word &amp; 0xFFFF00FF) | (newbyte &lt;&lt; 8).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532120" y="488061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48806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90488" y="480745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Neighbors survive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bytes 0, 2 and 3 are left untouched.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before you write: the three bytes you aren't storing have to come from somewhere.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Datapath Changes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change lives inside the CPU. The memory stays a plain word array.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49108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4910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DECODER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Unchanged — the lw/sw opcodes already route loads and stores.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90824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0824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129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129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7984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LOAD PATH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1992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new extract-and-extend block between the memory read and writeback.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3476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3347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STORE PATH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4176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new mask-and-merge block before the memory write.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75191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75191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75659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75659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12351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MEMORY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6359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Unchanged — just zero-initialized for deterministic reads.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opcodes already decoded, so sub-word is pure datapath — that's why it's the clean first extension.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06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Code Along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3493008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584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Six instructions, all in the datapath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RTL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Load Path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Pick the lane by addr[1:0], extend by funct3, and feed the writeback mux a 32-bit value.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Byte offset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boff = aluresult[1:0] — the low address bits.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Select the lane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index the right byte/half of dmem_rdata.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Extend by funct3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replicate the sign bit, or pad with zeros.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Feed writeback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loaddata replaces dmem_rdata in the mux.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rv32i.v  (loads)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[1:0] boff = aluresult[1:0];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(funct3)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3'b000: // lb  (sign byte)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46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3'b100: // lbu (zero byte)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520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3'b001: // lh   3'b101: // lhu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loaddata = dmem_rdata;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20840" y="4069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29400" y="454456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4"/>
          <p:cNvSpPr/>
          <p:nvPr/>
        </p:nvSpPr>
        <p:spPr>
          <a:xfrm>
            <a:off x="6757416" y="45445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ASSEMBLED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837176"/>
            <a:ext cx="4983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6793992" y="4928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 x2, 0(x10)  -&gt;  0x00050103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loaddata feeds resultsrc = 1, exactly where dmem_rdata used to go.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RTL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Store Path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the current word, splice in the new byte or halfword, and write the merged word back.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the word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dmem_rdata holds the current word at the address.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Pick the lane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boff selects the target byte or halfword.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Splice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keep the other bytes, replace only the target.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 merged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storedata becomes dmem_wdata.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rv32i.v  (stores)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(funct3)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3'b000: case (boff)  // sb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2'd1: storedata =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46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{rd[31:16],rd2[7:0],rd[7:0]};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520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3'b001: // sh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storedata = rd2; // sw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20840" y="4069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29400" y="454456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4"/>
          <p:cNvSpPr/>
          <p:nvPr/>
        </p:nvSpPr>
        <p:spPr>
          <a:xfrm>
            <a:off x="6757416" y="45445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ASSEMBLED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837176"/>
            <a:ext cx="4983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6793992" y="4928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 x6, 1(x10)  -&gt;  0x006500a3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rd here is dmem_rdata — the three bytes you keep come straight from the current word.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Model + Assembler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Teach the golden model the same widths and the assembler the six mnemonics — then lockstep covers them for free.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Model the loads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sign- or zero-extend, by funct3, in the golden ISS.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Model the stores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same read-modify-write merge.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mnemonics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funct3 table in the assembler.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Nothing else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harness already compares every load and store.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2024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05740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2024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rv32i_iss.py  +  asm.py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04288"/>
            <a:ext cx="49834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377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iss - load, signed byte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51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 = (word &gt;&gt; 8*off) &amp; 0xFF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26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wb(bb-0x100 if bb &amp; 0x80 else bb)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asm - funct3 table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474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474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  = {"lb":0,"lh":1,"lw":2,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"lbu":4,"lhu":5}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2084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 = {"sb":0,"sh":1,"sw":2}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29400" y="449884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4"/>
          <p:cNvSpPr/>
          <p:nvPr/>
        </p:nvSpPr>
        <p:spPr>
          <a:xfrm>
            <a:off x="6757416" y="44988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791456"/>
            <a:ext cx="4983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6793992" y="4882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+ assembler in step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model defines what each width means; lockstep enforces that the RTL agrees.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Run Lockstep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Every Form, Every Offset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program exercises all six instructions across every byte offset and both halves. Lockstep checks each against the model.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Cover everything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lb/lh/lbu/lhu at each offset, sb/sh, then read back.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Assemble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make prog builds the hex image.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lockstep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make sim steps the core and model together.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PASS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20 instructions, all matched.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2024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05740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2024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subword_test.s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04288"/>
            <a:ext cx="498348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377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 x1,  0(x10)   # seed a word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51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  x2,  0(x10)   # signed byte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26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lbu x6,  0(x10)   # unsigned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  x6,  1(x10)   # splice byte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474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474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  x12, 2(x10)   # splice half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x14, 0(x10)   # read back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29400" y="422452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4" name="Text 32"/>
          <p:cNvSpPr/>
          <p:nvPr/>
        </p:nvSpPr>
        <p:spPr>
          <a:xfrm>
            <a:off x="6757416" y="42245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29400" y="4517136"/>
            <a:ext cx="4983480" cy="10607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6793992" y="46085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prog &amp;&amp; make sim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93992" y="48646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lockstep OK: 20 matched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793992" y="5120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 test_lockstep   PASS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Validated: 20 instructions, every sub-word form, RTL and model in lockstep — PASS.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Lanes → Extend → Mask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Sub-word memory in three mechanisms — all in the datapath, all verified against the model.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2022805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2022805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LANES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addr[1:0] selects the byte or halfword within the word.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8218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8218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5812384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581238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75378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9386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funct3 sign- or zero-extends a loaded byte or half to 32 bits.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797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797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96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96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64957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MASK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8965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stores read-modify-write so neighbors in the word survive.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Next: a custom functional unit, then the multicycle multiply — the extension that finally breaks the single-cycle assumption.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2026-06-16T11:46:01Z</dcterms:created>
  <dcterms:modified xsi:type="dcterms:W3CDTF">2026-06-16T11:46:01Z</dcterms:modified>
</cp:coreProperties>
</file>