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300" kern="0" dirty="0">
                <a:solidFill>
                  <a:srgbClr val="F0C9D1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COMPUTER ARCHITECTURE  ·  RISC-V: FPGA TO SILICON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638648" y="3611880"/>
            <a:ext cx="914400" cy="0"/>
          </a:xfrm>
          <a:prstGeom prst="line">
            <a:avLst/>
          </a:prstGeom>
          <a:noFill/>
          <a:ln w="19050">
            <a:solidFill>
              <a:srgbClr val="F0C9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DDE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Before You Modify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0C9D1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we left off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core runs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complete single-cycle RV32I works on the Basys 3 and passes a self-checking simulation.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8728" y="141732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6733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But do you understand it?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53048" y="225856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Running code you didn’t write is not the same as knowing how it works inside.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9476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507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960" y="463600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the core by hand, prove you understand it, then add your first instruction.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78728" y="379476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379476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40507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gate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53048" y="463600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lockstep harness checks every change against a golden model — no change ships unverified.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Trace Before Modify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Brownfield — starting from working code — is the right way to learn ISA extension. But it has one failure mode.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RISK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Cargo-culting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Copy-paste changes until the test passes, with no real understanding. The code works but you didn’t learn.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fix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Before touching the RTL, prove you can trace one instruction through the datapath by hand.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Adding an instruction is self-validating — you can’t do it without understanding decode, datapath, and control.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GATE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3774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30428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Pick an instruction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choose one the core already runs.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2118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2118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313867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it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follow it through fetch, decode, register read, ALU, and writeback.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0462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397306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Diff against the model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compare your trace to a golden ISA simulator’s.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532120" y="488061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48806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480745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Only then extend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once it matches, you’ve earned the right to modify the RTL.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Comprehension first, code second.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How to Trace an Instruction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Tracing means following one instruction through the datapath, predicting the value on every wire, then confirming against the hardware.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WHAT YOU’RE DOING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Predict, then check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Work out each signal by hand first — don’t peek at the simulator until you’ve committed to an answer.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wire, in order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PC, instruction word, decoded fields, control bits, register reads, ALU, writeback, next PC.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If your prediction matches the hardware on every signal, you understand that instruction’s path.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METHOD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3317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258568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Locate the cycle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find the PC where your instruction runs (e.g. PC = 0x08).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02666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2953512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Decode the word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split the 32-bit instruction into op, rd, rs1, rs2, funct.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37216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3648456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Predict control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regwrite, ALU source, ALU op, result source, branch / jump.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532120" y="4416552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4343400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Predict the datapath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register reads, ALU inputs, ALU output, the writeback value.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532120" y="511149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90488" y="5038344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Confirm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read the signals in GTKWave, or peek them in cocotb, and compare.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Predict on paper, confirm in simulation. The gap between the two is exactly what you don’t yet understand.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Worked Trace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add x3, x1, x2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At PC 0x08 the core runs add x3, x1, x2, with x1 = 5 and x2 = 10. Here is every signal, predicted by hand.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38404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512064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DECODE THE WORD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 = 0x002081b3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2697480"/>
          <a:ext cx="460857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499616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Field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Bits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Means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0110011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R-type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rs1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rs2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funct3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add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943600" y="1828800"/>
            <a:ext cx="5696712" cy="38404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828800"/>
            <a:ext cx="5696712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2" name="Text 9"/>
          <p:cNvSpPr/>
          <p:nvPr/>
        </p:nvSpPr>
        <p:spPr>
          <a:xfrm>
            <a:off x="6199632" y="1993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FOLLOW THE SIGNALS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2395728"/>
          <a:ext cx="518464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75688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Stage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Value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register reads  rd1, rd2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5,  10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ALU control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  (4'd0)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ALU inputs  srcA, srcB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5,  10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ALU result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writeback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x3  &lt;=  15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next PC</a:t>
                      </a:r>
                      <a:endParaRPr lang="en-US" sz="13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Predicted: x3 = 15, next PC = 0x0C. Run it and the signals match — you’ve traced the whole R-type path.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6" name="Text 1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Lockstep Idea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RTL vs Golden Model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two implementations of RV32I side by side — your hardware and a trusted reference — and compare them every instruction.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 MODELS, ONE TRUTH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RTL core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Your Verilog processor, simulated cycle by cycle. This is the thing under test.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golden model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small, readable RV32I interpreter (or Spike) that defines correct behavior.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If they ever disagree, the RTL is wrong — and you find out at the exact instruction.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EVERY INSTRUCTION, COMPARE: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4231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350008"/>
            <a:ext cx="5486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PC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address of the instruction that just ran.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3223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322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3249168"/>
            <a:ext cx="5486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Register write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which register changed, and to what value.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22148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22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4148328"/>
            <a:ext cx="54864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Memory store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which address was written, and with what data.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Three things pin RV32I behavior down completely. Match all three and the cores agree.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What Lockstep Does Each Cycle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instruction retires per clock in the single-cycle core, so the harness steps both models together.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49108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4910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SAMPLE RTL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the core’s PC, register writeback, and any store this cycle.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0824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0824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129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129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7984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STEP 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1992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Advance the golden model by exactly one instruction.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3476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3347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COMPARE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4176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Check that PC, writeback, and store all match between the two.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75191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5191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75659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5659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12351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6359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 the first mismatch, print the PC and both values — then stop.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first divergence is the bug. No guessing, no waveform archaeology.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06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Run the Harness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3493008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584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From “it compiles” to “it’s correct”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Run Lockstep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Core vs Golden Model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Assemble a coverage program, then run the RTL and the model in lockstep.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Assemble a program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prog turns assembly into a hex image the core loads.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the harness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sim simulates the core and steps the model alongside it.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instruction checked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PC, register writes, and stores compared automatically.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the result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clean run reports how many instructions matched.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test_lockstep.py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prog &amp;&amp; make sim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RTL  vs  golden ISS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29400" y="317296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4"/>
          <p:cNvSpPr/>
          <p:nvPr/>
        </p:nvSpPr>
        <p:spPr>
          <a:xfrm>
            <a:off x="6757416" y="31729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29400" y="3465576"/>
            <a:ext cx="4983480" cy="10607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793992" y="35570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lockstep OK: 37 instructions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93992" y="3813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matched, halt at 0x0000_00b0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93992" y="4069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test_lockstep   PASS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37 instructions — every R-type, branch, jump, load and store — matched exactly.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It Catches Real Bugs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 Deliberate Fault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gate is only worth trusting if it fails when the design is wrong. So break something on purpose.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Inject a fault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the ALU compute a + b where it should compute a − b.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Re-run lockstep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same harness, with no other changes.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First divergence flagged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harness stops at the exact instruction.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the report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PC, the wrong value, and the right value.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alu.v   (sub broken)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4'd1: y = a + b;  // was a-b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289864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4" name="Text 22"/>
          <p:cNvSpPr/>
          <p:nvPr/>
        </p:nvSpPr>
        <p:spPr>
          <a:xfrm>
            <a:off x="6757416" y="2898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9400" y="3191256"/>
            <a:ext cx="4983480" cy="15727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793992" y="32826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@pc 0x0000_000c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93992" y="35387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writeback mismatch: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93992" y="3794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rtl(x4&lt;=107)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93992" y="40507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iss(x4&lt;=93)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93992" y="43068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test_lockstep   FAIL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sub gave 100 + 7 = 107 instead of 100 − 7 = 93 — caught at the exact PC. You can’t pass by accident.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Your First Extension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Three Touch Points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Adding an instruction to this core touches a small, predictable set of places — and nothing else.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2022805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2022805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Map the new opcode to control signals in the main decoder.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8218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8218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2384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581238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75378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ALU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9386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Map it to an ALU operation in the alu decoder.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797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96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96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64957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ALU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8965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Implement the operation itself.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can’t place these three edits correctly without understanding how decode, control, and datapath connect. That’s the point.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Add an Instruction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popcount, in Three Edits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custom popcount (count set bits) instruction, added in three edits and verified against the model.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Choose an encoding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use the RISC-V custom-0 opcode, an R-type style layout.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Decode it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add one line to the main decoder for the new opcode.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Wire the ALU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add an ALU-control code and the popcount operation.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Verify it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lockstep test checks it against a Python reference.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edits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2359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main_decoder.v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7'b0001011: begin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regwrite=1; aluop=2'd3;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alu_decoder.v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2'd3: aluctrl = 4'd10;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4069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alu.v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20840" y="4343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4'd10: y = popcount(a);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29400" y="481888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6"/>
          <p:cNvSpPr/>
          <p:nvPr/>
        </p:nvSpPr>
        <p:spPr>
          <a:xfrm>
            <a:off x="6757416" y="481888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29400" y="5111496"/>
            <a:ext cx="4983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6793992" y="5202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lockstep OK: pcnt verified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Three edits, one new instruction — and the harness proves it’s right before you trust it.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How to Verify an Instruction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Tracing proves you understand it. Verification proves it’s correct — automatically, for every input, not just the one you traced.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TRUTH COMES FROM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Existing instructions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Spike or the bundled golden ISS already defines correct RV32I behavior — lockstep against it.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Custom instructions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reference doesn’t know your new op. Teach the model the behavior, or check an independent oracle.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core is never its own judge. “Correct” means: agrees with a reference you trust.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THREE LAYERS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4231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350008"/>
            <a:ext cx="54864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Directed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program that hits the instruction on hand-picked inputs — zero, all-ones, edges.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3528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352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3279648"/>
            <a:ext cx="54864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Differential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lockstep every instruction’s result against the golden model.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2824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282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4209288"/>
            <a:ext cx="54864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Randomized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thousands of random inputs; any single divergence is a real bug.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Directed catches the obvious; random catches what you didn’t think of.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Verify popcount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Idea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 oracle is a trusted second opinion. Compare the core’s answer to it on many inputs — if they ever differ, the core is wrong.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Define an oracle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trusted way to get the right answer, independent of the core.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Drive the core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give it an input and run the new instruction.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Compare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check the core’s result against the oracle’s.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Repeat at scale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thousand random inputs, every one checked.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oracle(x) = count of 1-bits in 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1000 times: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a random 32-bit value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  pcnt  on x  in the core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 result == oracle(x)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29400" y="427024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4" name="Text 32"/>
          <p:cNvSpPr/>
          <p:nvPr/>
        </p:nvSpPr>
        <p:spPr>
          <a:xfrm>
            <a:off x="6757416" y="42702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IDEA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9400" y="4562856"/>
            <a:ext cx="4983480" cy="8046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793992" y="46542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  =  trusted answer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93992" y="4910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8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mismatch  =  a real bug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oracle is the truth; the loop is the search. Random inputs find what you’d never think to test.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0" name="Text 3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Code Along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Verify popcount for Real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Two one-line edits finish the loop: teach the golden model what popcount means, and teach the assembler how to encode it. The harness does the rest.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Teach the model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one line in the golden ISS, mirroring your RTL edit.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Teach the assembler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one line so pcnt rd, rs1 encodes to the custom-0 opcode.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lockstep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prog &amp;&amp; make sim — no new test to write.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PASS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every instruction, pcnt included, checked against the model.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2024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05740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2024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+ assembler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04288"/>
            <a:ext cx="49834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377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golden model - rv32i_iss.py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51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op == 0x0B: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wb(bin(a).count("1"))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assembler - asm.py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474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474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op == "pcnt": out.append(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enc_i(reg(args[0]), reg(args[1]),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0, 0, op=0x0B))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29400" y="449884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4"/>
          <p:cNvSpPr/>
          <p:nvPr/>
        </p:nvSpPr>
        <p:spPr>
          <a:xfrm>
            <a:off x="6757416" y="44988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791456"/>
            <a:ext cx="4983480" cy="8046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6793992" y="4882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prog &amp;&amp; make sim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93992" y="5138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lockstep OK: pcnt verified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Validated: pcnt x2, x1 on 0xFF gives 8 — RTL and model agree, lockstep PASS. Nothing left implied.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Understand → Extend → Verify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traced the core, ran it in lockstep against a golden model, proved the gate catches bugs, and added your first instruction.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2022805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2022805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an instruction by hand and diff it against the reference model.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8218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8218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2384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581238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75378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9386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an instruction in three predictable edits: decode, ALU control, ALU.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797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96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96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64957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VERIFY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8965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Lockstep plus an oracle proves every change against a reference — automatically.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Next: sub-word memory and a multicycle multiply — extensions that reshape the datapath itself.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2026-06-15T18:39:32Z</dcterms:created>
  <dcterms:modified xsi:type="dcterms:W3CDTF">2026-06-15T18:39:32Z</dcterms:modified>
</cp:coreProperties>
</file>