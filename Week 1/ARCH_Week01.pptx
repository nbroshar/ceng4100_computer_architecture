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rgbClr val="F0C9D1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COMPUTER ARCHITECTURE  ·  RISC-V: FPGA TO SILICON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19050">
            <a:solidFill>
              <a:srgbClr val="F0C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DDE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Toolchain &amp; Your First Working CPU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0C9D1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Course Outcomes (for your resume)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1094415" cy="466344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94415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RISC-V Microprocessor: FPGA Prototype to Custom Silicon (Aug 2026 – Dec 2026)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Verilog · Xilinx Vivado · Verilator · cocotb · Yosys · OpenROAD · LibreLane · Magic · KLayout · SKY130 PDK · Tiny Tapeout · Basys 3 (Artix-7)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10545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Designed and verified a single-cycle RV32I processor in Verilog, extending its instruction set and running it on a Basys 3 (Artix-7) FPGA.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Built a lockstep verification harness comparing the RTL core against a golden ISA model, with differential testing for every added instruction.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Hardened an area-optimized variant to GDSII using the open-source RTL-to-GDS flow (Yosys, OpenROAD, LibreLane) on the SKY130 process.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Submitted the design to a Tiny Tapeout multi-project shuttle for fabrication as a real ASIC.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to expect each week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FPGA First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week we build and test on the Basys 3 — fast feedback on real hardware before anything touches silicon.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8728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Core You Extend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53048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Start from a small, working RV32I core. Each week you add an instruction that teaches a new piece of the machine.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 Everything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golden-model lockstep harness gates every change. If it isn't verified against the reference, it isn't done.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78728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Then Silicon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53048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final weeks harden your core to GDSII with the open ASIC flow and submit it to a real Tiny Tapeout shuttle.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Let’s Get Set Up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493008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84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Vivado · Verilator · cocotb · and the open-source ASIC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Set Up Your Flows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FPGA + ASIC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Two toolchains, two jobs. The FPGA flow gives fast iteration on real hardware; the open-source ASIC flow turns the same Verilog into a manufacturable chip.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FLOWS, TWO JOBS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Vivado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— the FPGA flow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Compiles your Verilog to a bitstream for the Basys 3 in minutes. This is where you design and debug.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Open ASIC tools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— the silicon flow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Turn the same Verilog into a chip layout for a foundry. Slower and exact — this is the final artifact.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Same Verilog, two destinations. You design on the FPGA and ship to silicon.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TODAY’S STEPS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Install Vivado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free Standard edition supports the Basys 3’s Artix-7 (XC7A35T).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simulators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Verilator and Icarus Verilog for fast RTL simulation.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cocotb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pip install cocotb — Python testbenches, the style Tiny Tapeout uses.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Get the RISC-V toolchain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riscv64-unknown-elf-gcc, to assemble test programs.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Install once this week — after this, you just open the project and build.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Open ASIC Flow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RTL to GDSII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 license, no fees: a chain of open-source tools takes your Verilog all the way to a fabrication-ready layout.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TOOLCHAIN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Synthesis &amp; layout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Yosys turns RTL into gates; OpenROAD places and routes them; LibreLane orchestrates the whole flow.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Layout &amp; signoff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Magic and KLayout view and check the layout; Netgen confirms it matches the netlist (DRC / LVS).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LibreLane runs the whole chain for you — you read its reports and iterate.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TODAY’S STEPS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Install the flow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Yosys, OpenROAD, and LibreLane (the FOSSi successor to OpenLane).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the PDK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fetch SKY130 with the ciel / volare manager.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layout tools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Magic, KLayout, and Netgen for DRC and LVS.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Clone the template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Tiny Tapeout’s ttsky-verilog-template ships the CI that hardens your design.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efabless closed in 2025 — this is the free community flow that replaced it.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 Along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493008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84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a CPU you didn’t write — yet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How RTL Becomes Hardware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same Verilog follows one path to an FPGA and another to an ASIC. Both start the same way.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49108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491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WRITE RTL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Describe the hardware in Verilog — modules, registers, logic. One source for both targets.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0824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824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129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129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1992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it in software (Verilator / cocotb) and check behavior before any hardware exists.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3476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SYNTHESIZE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4176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Vivado maps it to FPGA LUTs; Yosys maps it to standard cells for the ASIC.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5191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5191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5659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5659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BUILD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359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Out comes a Basys 3 bitstream — or a GDSII layout ready for the foundry.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Simulation is where you find bugs cheaply. Always simulate before you build.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Run the Base Core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On the Basys 3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Prove your FPGA flow works by running the provided RV32I core on real hardware.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39496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Open the project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launch Vivado and open the base core with its Basys 3 constraints.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39496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Generate the bitstream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run synthesis, implementation, and bitstream generation.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39496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Program the board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connect the Basys 3 over USB and download the bitstream.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39496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result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core runs a tiny program; its output appears on the LEDs.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0" y="2468880"/>
            <a:ext cx="4754880" cy="2103120"/>
          </a:xfrm>
          <a:prstGeom prst="rect">
            <a:avLst/>
          </a:prstGeom>
          <a:solidFill>
            <a:srgbClr val="F4F4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2651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BASYS 3  ·  led[7:0]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23176" y="333756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71816" y="333756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333756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9096" y="333756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17736" y="3337560"/>
            <a:ext cx="384048" cy="384048"/>
          </a:xfrm>
          <a:prstGeom prst="ellipse">
            <a:avLst/>
          </a:prstGeom>
          <a:solidFill>
            <a:srgbClr val="9E1B32"/>
          </a:solidFill>
          <a:ln w="15875">
            <a:solidFill>
              <a:srgbClr val="9E1B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66376" y="3337560"/>
            <a:ext cx="384048" cy="384048"/>
          </a:xfrm>
          <a:prstGeom prst="ellipse">
            <a:avLst/>
          </a:prstGeom>
          <a:solidFill>
            <a:srgbClr val="9E1B32"/>
          </a:solidFill>
          <a:ln w="15875">
            <a:solidFill>
              <a:srgbClr val="9E1B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15016" y="3337560"/>
            <a:ext cx="384048" cy="384048"/>
          </a:xfrm>
          <a:prstGeom prst="ellipse">
            <a:avLst/>
          </a:prstGeom>
          <a:solidFill>
            <a:srgbClr val="9E1B32"/>
          </a:solidFill>
          <a:ln w="15875">
            <a:solidFill>
              <a:srgbClr val="9E1B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63656" y="3337560"/>
            <a:ext cx="384048" cy="384048"/>
          </a:xfrm>
          <a:prstGeom prst="ellipse">
            <a:avLst/>
          </a:prstGeom>
          <a:solidFill>
            <a:srgbClr val="9E1B32"/>
          </a:solidFill>
          <a:ln w="15875">
            <a:solidFill>
              <a:srgbClr val="9E1B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3977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0b0000 1111  =  0x0F  =  15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Bitstream on the board, LEDs showing 15 (5 + 10). Your FPGA flow works.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Prove It in Simulation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cocotb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Hardware is slow to re-flash; simulation is instant. Run the same core under cocotb and check its output in software.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Go to the test folder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cd test, where the cocotb harness lives.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the test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sim builds the core and runs the Python testbench.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Check automatically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test runs a program and asserts the result — no eyeballing.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PASS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green result means the core behaves exactly as expected.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test_cpu.py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smoke: program 5 + 10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cpu_out == 15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29400" y="344728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6"/>
          <p:cNvSpPr/>
          <p:nvPr/>
        </p:nvSpPr>
        <p:spPr>
          <a:xfrm>
            <a:off x="6757416" y="34472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3739896"/>
            <a:ext cx="4983480" cy="10607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793992" y="3831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PASS: cpu_out = 15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93992" y="40873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test_cpu.smoke   PASS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93992" y="4343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TESTS=1 PASS=1 FAIL=0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Self-checking tests are the foundation of everything you do in Week 2.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Smoke-Test the ASIC Flow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Counter → GDS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Don’t wait until the final weeks to discover a broken ASIC install. Push a trivial design all the way to a chip layout today.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Take a trivial design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simple counter, small enough to harden in minutes.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LibreLane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it synthesizes, places, routes, and checks the design.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Get a GDSII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same file format that goes to the foundry.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Confirm clean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DRC and LVS pass on the toy design.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librelane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librelane config.json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target: sky130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9400" y="317296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4"/>
          <p:cNvSpPr/>
          <p:nvPr/>
        </p:nvSpPr>
        <p:spPr>
          <a:xfrm>
            <a:off x="6757416" y="31729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29400" y="3465576"/>
            <a:ext cx="4983480" cy="15727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793992" y="35570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[synthesis]    ok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93992" y="3813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[place/route]  ok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93992" y="4069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[DRC]   clean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93992" y="4325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[LVS]   clean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93992" y="4581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counter.gds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the flow works on a counter today, it’ll work on your CPU later — with slack to spare.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Week’s Loop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installed both flows, ran a working CPU on the board, and proved each toolchain end-to-end.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2022805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2022805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WRITE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Verilog source, targeting both the FPGA and the ASIC.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8218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2384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5812384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75378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9386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cocotb checks behavior in software — instant feedback, self-checking.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797" y="1965960"/>
            <a:ext cx="3515258" cy="32004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965960"/>
            <a:ext cx="351525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96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96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64957" y="30632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BUILD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8965" y="3657600"/>
            <a:ext cx="311292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bitstream on the Basys 3, and a GDS proving the ASIC flow works.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 week: stop trusting the core — trace it, prove you understand it, then extend it.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2026-06-15T17:55:54Z</dcterms:created>
  <dcterms:modified xsi:type="dcterms:W3CDTF">2026-06-15T17:55:54Z</dcterms:modified>
</cp:coreProperties>
</file>